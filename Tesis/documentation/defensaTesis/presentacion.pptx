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212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2672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2705828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5272962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9736490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963637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9437562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56EB2-F5CA-A599-7D1E-48F108EABB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3995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37257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328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7331D0-A351-2917-9A25-0780E13C068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BF09F-01FF-3A92-6721-81F4BF7D2D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DC968A-7471-1EDA-F857-3DB5E86E68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0528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177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24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1696AD-62FC-2B2D-C8B7-C63C23E8C3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5855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3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2298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12129F-F201-C079-6714-AAEB66FC29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0130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0034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72004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FAF216-783F-CC4F-4152-4CB9247C9A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0110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5581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19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1D14E-50A0-CEC1-FDF1-40276DFA26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588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1419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7481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FE6285-F706-0E74-EB16-20B02EC753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8784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08122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205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C90AFE-9309-CD99-FE43-A9034960F4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5831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5265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4429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936F87-238E-5DF2-944F-7A8B7ED591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615272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798509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200989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035591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98339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6469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365619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694288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71873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48307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317991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137243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48444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448907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81878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58819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385638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74513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82294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45764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538255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01797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92480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0193294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118383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965818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688103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6592831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926372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79155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2680420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6685750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723354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95262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4913531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95725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30853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396015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22543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422610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221239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4654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62530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5175640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9904739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94228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626229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192069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410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351288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74493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435795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45919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55024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13918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96829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118801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99573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23807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96605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340980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181409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555109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753054" name=""/>
          <p:cNvSpPr/>
          <p:nvPr/>
        </p:nvSpPr>
        <p:spPr bwMode="auto">
          <a:xfrm rot="0" flipH="0" flipV="0">
            <a:off x="1065954" y="554181"/>
            <a:ext cx="718704" cy="727363"/>
          </a:xfrm>
          <a:prstGeom prst="rect">
            <a:avLst/>
          </a:prstGeom>
          <a:solidFill>
            <a:srgbClr val="D0877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57863212" name=""/>
          <p:cNvSpPr/>
          <p:nvPr/>
        </p:nvSpPr>
        <p:spPr bwMode="auto">
          <a:xfrm rot="0" flipH="0" flipV="0">
            <a:off x="1065954" y="1281545"/>
            <a:ext cx="718703" cy="727362"/>
          </a:xfrm>
          <a:prstGeom prst="rect">
            <a:avLst/>
          </a:prstGeom>
          <a:solidFill>
            <a:srgbClr val="B48EA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5227815" name=""/>
          <p:cNvSpPr/>
          <p:nvPr/>
        </p:nvSpPr>
        <p:spPr bwMode="auto">
          <a:xfrm rot="0" flipH="0" flipV="0">
            <a:off x="1065954" y="2008908"/>
            <a:ext cx="718703" cy="727362"/>
          </a:xfrm>
          <a:prstGeom prst="rect">
            <a:avLst/>
          </a:prstGeom>
          <a:solidFill>
            <a:srgbClr val="A3BE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13314924" name=""/>
          <p:cNvSpPr/>
          <p:nvPr/>
        </p:nvSpPr>
        <p:spPr bwMode="auto">
          <a:xfrm rot="0" flipH="0" flipV="0">
            <a:off x="1065954" y="2736271"/>
            <a:ext cx="718703" cy="727362"/>
          </a:xfrm>
          <a:prstGeom prst="rect">
            <a:avLst/>
          </a:prstGeom>
          <a:solidFill>
            <a:srgbClr val="C7B57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92050449" name=""/>
          <p:cNvSpPr/>
          <p:nvPr/>
        </p:nvSpPr>
        <p:spPr bwMode="auto">
          <a:xfrm rot="0" flipH="0" flipV="0">
            <a:off x="1065954" y="3463634"/>
            <a:ext cx="718703" cy="727362"/>
          </a:xfrm>
          <a:prstGeom prst="rect">
            <a:avLst/>
          </a:prstGeom>
          <a:solidFill>
            <a:srgbClr val="81A1C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3312014" name=""/>
          <p:cNvSpPr/>
          <p:nvPr/>
        </p:nvSpPr>
        <p:spPr bwMode="auto">
          <a:xfrm rot="0" flipH="0" flipV="0">
            <a:off x="2503362" y="4873333"/>
            <a:ext cx="718703" cy="727362"/>
          </a:xfrm>
          <a:prstGeom prst="rect">
            <a:avLst/>
          </a:prstGeom>
          <a:solidFill>
            <a:srgbClr val="ECEFF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15930001" name=""/>
          <p:cNvSpPr/>
          <p:nvPr/>
        </p:nvSpPr>
        <p:spPr bwMode="auto">
          <a:xfrm rot="0" flipH="0" flipV="0">
            <a:off x="1784658" y="4873333"/>
            <a:ext cx="718703" cy="727362"/>
          </a:xfrm>
          <a:prstGeom prst="rect">
            <a:avLst/>
          </a:prstGeom>
          <a:solidFill>
            <a:srgbClr val="E5E9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63974708" name=""/>
          <p:cNvSpPr/>
          <p:nvPr/>
        </p:nvSpPr>
        <p:spPr bwMode="auto">
          <a:xfrm rot="0" flipH="0" flipV="0">
            <a:off x="1065954" y="4873333"/>
            <a:ext cx="718703" cy="727362"/>
          </a:xfrm>
          <a:prstGeom prst="rect">
            <a:avLst/>
          </a:prstGeom>
          <a:solidFill>
            <a:srgbClr val="D8DEE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5905154" name=""/>
          <p:cNvSpPr/>
          <p:nvPr/>
        </p:nvSpPr>
        <p:spPr bwMode="auto">
          <a:xfrm rot="0" flipH="0" flipV="0">
            <a:off x="1065954" y="5600696"/>
            <a:ext cx="718703" cy="727362"/>
          </a:xfrm>
          <a:prstGeom prst="rect">
            <a:avLst/>
          </a:prstGeom>
          <a:solidFill>
            <a:srgbClr val="3B425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7312480" name=""/>
          <p:cNvSpPr/>
          <p:nvPr/>
        </p:nvSpPr>
        <p:spPr bwMode="auto">
          <a:xfrm rot="0" flipH="0" flipV="0">
            <a:off x="1784658" y="5600696"/>
            <a:ext cx="718703" cy="727362"/>
          </a:xfrm>
          <a:prstGeom prst="rect">
            <a:avLst/>
          </a:prstGeom>
          <a:solidFill>
            <a:srgbClr val="434C5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44182263" name=""/>
          <p:cNvSpPr/>
          <p:nvPr/>
        </p:nvSpPr>
        <p:spPr bwMode="auto">
          <a:xfrm rot="0" flipH="0" flipV="0">
            <a:off x="2503362" y="5600696"/>
            <a:ext cx="718703" cy="727362"/>
          </a:xfrm>
          <a:prstGeom prst="rect">
            <a:avLst/>
          </a:prstGeom>
          <a:solidFill>
            <a:srgbClr val="4C56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5315909" name=""/>
          <p:cNvSpPr txBox="1"/>
          <p:nvPr/>
        </p:nvSpPr>
        <p:spPr bwMode="auto">
          <a:xfrm rot="0" flipH="0" flipV="0">
            <a:off x="3222066" y="551743"/>
            <a:ext cx="25808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Liberation Serif</a:t>
            </a:r>
            <a:endParaRPr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459074" name="Title 1"/>
          <p:cNvSpPr>
            <a:spLocks noGrp="1"/>
          </p:cNvSpPr>
          <p:nvPr>
            <p:ph type="ctr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Exploración de respuestas mecánicas en Hidrogeles usando simulación numérica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802222652" name="Subtitle 2"/>
          <p:cNvSpPr>
            <a:spLocks noGrp="1"/>
          </p:cNvSpPr>
          <p:nvPr>
            <p:ph type="subTitle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endParaRPr u="none">
              <a:latin typeface="Libertinus Serif"/>
              <a:cs typeface="Libertinus Serif"/>
            </a:endParaRPr>
          </a:p>
          <a:p>
            <a:pPr>
              <a:defRPr/>
            </a:pPr>
            <a:endParaRPr u="none">
              <a:latin typeface="Libertinus Serif"/>
              <a:cs typeface="Libertinus Serif"/>
            </a:endParaRPr>
          </a:p>
          <a:p>
            <a:pPr>
              <a:defRPr/>
            </a:pPr>
            <a:r>
              <a:rPr lang="es-ES" u="none">
                <a:latin typeface="Libertinus Serif"/>
                <a:ea typeface="Libertinus Serif"/>
                <a:cs typeface="Libertinus Serif"/>
              </a:rPr>
              <a:t>Presentado por:</a:t>
            </a:r>
            <a:endParaRPr u="none">
              <a:latin typeface="Libertinus Serif"/>
              <a:cs typeface="Libertinus Serif"/>
            </a:endParaRPr>
          </a:p>
          <a:p>
            <a:pPr>
              <a:defRPr/>
            </a:pPr>
            <a:r>
              <a:rPr lang="es-ES" u="none">
                <a:latin typeface="Libertinus Serif"/>
                <a:ea typeface="Libertinus Serif"/>
                <a:cs typeface="Libertinus Serif"/>
              </a:rPr>
              <a:t>Francisco Javier Vázquez Tavares</a:t>
            </a:r>
            <a:endParaRPr u="none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9172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Acerca de la Tesis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448414509" name=""/>
          <p:cNvSpPr txBox="1"/>
          <p:nvPr/>
        </p:nvSpPr>
        <p:spPr bwMode="auto">
          <a:xfrm rot="0" flipH="0" flipV="0">
            <a:off x="11552352" y="6316351"/>
            <a:ext cx="313521" cy="42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1</a:t>
            </a:r>
            <a:endParaRPr sz="2200">
              <a:latin typeface="Libertinus Serif"/>
              <a:cs typeface="Libertinus Serif"/>
            </a:endParaRPr>
          </a:p>
        </p:txBody>
      </p:sp>
      <p:pic>
        <p:nvPicPr>
          <p:cNvPr id="2418427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374192" y="1372884"/>
            <a:ext cx="2920674" cy="4130877"/>
          </a:xfrm>
          <a:prstGeom prst="rect">
            <a:avLst/>
          </a:prstGeom>
        </p:spPr>
      </p:pic>
      <p:sp>
        <p:nvSpPr>
          <p:cNvPr id="1543986820" name=""/>
          <p:cNvSpPr txBox="1"/>
          <p:nvPr/>
        </p:nvSpPr>
        <p:spPr bwMode="auto">
          <a:xfrm rot="0" flipH="0" flipV="0">
            <a:off x="6491029" y="1895661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605706735" name=""/>
          <p:cNvSpPr/>
          <p:nvPr/>
        </p:nvSpPr>
        <p:spPr bwMode="auto">
          <a:xfrm>
            <a:off x="4329594" y="5597298"/>
            <a:ext cx="3009868" cy="93259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s-ES" sz="3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3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s-ES" sz="3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f>
                        <m:fPr>
                          <m:ctrlPr>
                            <a:rPr lang="es-ES" sz="3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s-ES" sz="3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acc>
                            <m:accPr>
                              <m:chr m:val="⃗"/>
                              <m:ctrlPr>
                                <a:rPr lang="es-ES" sz="3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s-ES" sz="3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s-ES" sz="3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s-ES" sz="3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r>
                            <m:rPr>
                              <m:sty m:val="i"/>
                            </m:rPr>
                            <a:rPr lang="es-ES" sz="3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s-ES" sz="3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r>
                        <m:rPr>
                          <m:sty m:val="p"/>
                        </m:rPr>
                        <a:rPr lang="es-ES" sz="3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λ</m:t>
                      </m:r>
                      <m:acc>
                        <m:accPr>
                          <m:chr m:val="⃗"/>
                          <m:ctrlPr>
                            <a:rPr lang="es-ES" sz="3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s-ES" sz="3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s-ES" sz="3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s-ES" sz="3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es-ES" sz="3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s-ES" sz="3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s-ES" sz="3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η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sz="3000" b="0">
              <a:latin typeface="Cambria Math"/>
              <a:ea typeface="Cambria Math"/>
              <a:cs typeface="Cambria Math"/>
            </a:endParaRPr>
          </a:p>
        </p:txBody>
      </p:sp>
      <p:pic>
        <p:nvPicPr>
          <p:cNvPr id="191713107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8604" y="1531055"/>
            <a:ext cx="3733821" cy="2483731"/>
          </a:xfrm>
          <a:prstGeom prst="rect">
            <a:avLst/>
          </a:prstGeom>
        </p:spPr>
      </p:pic>
      <p:pic>
        <p:nvPicPr>
          <p:cNvPr id="21712183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33469" y="4170711"/>
            <a:ext cx="3344090" cy="2572720"/>
          </a:xfrm>
          <a:prstGeom prst="rect">
            <a:avLst/>
          </a:prstGeom>
        </p:spPr>
      </p:pic>
      <p:pic>
        <p:nvPicPr>
          <p:cNvPr id="61010398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7775014" y="881205"/>
            <a:ext cx="3578785" cy="3578785"/>
          </a:xfrm>
          <a:prstGeom prst="rect">
            <a:avLst/>
          </a:prstGeom>
        </p:spPr>
      </p:pic>
      <p:pic>
        <p:nvPicPr>
          <p:cNvPr id="78425329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8367910" y="4424350"/>
            <a:ext cx="2782897" cy="23190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6059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3086830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76916" y="4069696"/>
            <a:ext cx="1800225" cy="1800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9371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Geles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653655282" name=""/>
          <p:cNvSpPr txBox="1"/>
          <p:nvPr/>
        </p:nvSpPr>
        <p:spPr bwMode="auto">
          <a:xfrm rot="0" flipH="0" flipV="0">
            <a:off x="11552351" y="6316350"/>
            <a:ext cx="313521" cy="42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  <p:pic>
        <p:nvPicPr>
          <p:cNvPr id="16251757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6014" y="4885577"/>
            <a:ext cx="1619249" cy="971550"/>
          </a:xfrm>
          <a:prstGeom prst="rect">
            <a:avLst/>
          </a:prstGeom>
        </p:spPr>
      </p:pic>
      <p:pic>
        <p:nvPicPr>
          <p:cNvPr id="6790911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336676" y="4885577"/>
            <a:ext cx="1619249" cy="971550"/>
          </a:xfrm>
          <a:prstGeom prst="rect">
            <a:avLst/>
          </a:prstGeom>
        </p:spPr>
      </p:pic>
      <p:pic>
        <p:nvPicPr>
          <p:cNvPr id="127738752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363507" y="4885577"/>
            <a:ext cx="1619249" cy="971550"/>
          </a:xfrm>
          <a:prstGeom prst="rect">
            <a:avLst/>
          </a:prstGeom>
        </p:spPr>
      </p:pic>
      <p:pic>
        <p:nvPicPr>
          <p:cNvPr id="80157813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506382" y="3457388"/>
            <a:ext cx="1333499" cy="8953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13406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Aplicaciones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1502894027" name=""/>
          <p:cNvSpPr txBox="1"/>
          <p:nvPr/>
        </p:nvSpPr>
        <p:spPr bwMode="auto">
          <a:xfrm rot="0" flipH="0" flipV="0">
            <a:off x="11552352" y="6316350"/>
            <a:ext cx="313521" cy="4270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314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Tesis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708626588" name=""/>
          <p:cNvSpPr txBox="1"/>
          <p:nvPr/>
        </p:nvSpPr>
        <p:spPr bwMode="auto">
          <a:xfrm rot="0" flipH="0" flipV="0">
            <a:off x="11552352" y="6316350"/>
            <a:ext cx="313521" cy="4270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9299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ea typeface="Libertinus Serif"/>
                <a:cs typeface="Libertinus Serif"/>
              </a:rPr>
              <a:t>Respuesta mecánica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851613187" name=""/>
          <p:cNvSpPr txBox="1"/>
          <p:nvPr/>
        </p:nvSpPr>
        <p:spPr bwMode="auto">
          <a:xfrm rot="0" flipH="0" flipV="0">
            <a:off x="11552352" y="6316350"/>
            <a:ext cx="313521" cy="4270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6520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cs typeface="Libertinus Serif"/>
              </a:rPr>
              <a:t>Dinámica Molecular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1135954607" name=""/>
          <p:cNvSpPr txBox="1"/>
          <p:nvPr/>
        </p:nvSpPr>
        <p:spPr bwMode="auto">
          <a:xfrm rot="0" flipH="0" flipV="0">
            <a:off x="11552352" y="6316350"/>
            <a:ext cx="313521" cy="4270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26962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cs typeface="Libertinus Serif"/>
              </a:rPr>
              <a:t>Resultados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1420422987" name=""/>
          <p:cNvSpPr txBox="1"/>
          <p:nvPr/>
        </p:nvSpPr>
        <p:spPr bwMode="auto">
          <a:xfrm rot="0" flipH="0" flipV="0">
            <a:off x="11552352" y="6316350"/>
            <a:ext cx="313521" cy="4270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5E9F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090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latin typeface="Libertinus Serif"/>
                <a:cs typeface="Libertinus Serif"/>
              </a:rPr>
              <a:t>Resultados</a:t>
            </a:r>
            <a:endParaRPr>
              <a:latin typeface="Libertinus Serif"/>
              <a:cs typeface="Libertinus Serif"/>
            </a:endParaRPr>
          </a:p>
        </p:txBody>
      </p:sp>
      <p:sp>
        <p:nvSpPr>
          <p:cNvPr id="1707343966" name=""/>
          <p:cNvSpPr txBox="1"/>
          <p:nvPr/>
        </p:nvSpPr>
        <p:spPr bwMode="auto">
          <a:xfrm rot="0" flipH="0" flipV="0">
            <a:off x="11552352" y="6316350"/>
            <a:ext cx="313521" cy="4270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s-ES" sz="2200">
                <a:latin typeface="Libertinus Serif"/>
                <a:ea typeface="Libertinus Serif"/>
                <a:cs typeface="Libertinus Serif"/>
              </a:rPr>
              <a:t>2</a:t>
            </a:r>
            <a:endParaRPr sz="2200">
              <a:latin typeface="Libertinus Serif"/>
              <a:cs typeface="Libertinus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2025-11-11T00:16:21Z</dcterms:modified>
</cp:coreProperties>
</file>