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212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868412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775128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43911974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24253777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8224989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7275075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55466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88595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329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6456EB2-F5CA-A599-7D1E-48F108EABB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879829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482609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999295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7331D0-A351-2917-9A25-0780E13C068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85395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36938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01644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1BF09F-01FF-3A92-6721-81F4BF7D2D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2298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20874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4357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DC968A-7471-1EDA-F857-3DB5E86E68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6317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390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4387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D2C00F-217A-7E04-AD14-4238F32F73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67521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0299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28013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B9C36F-A9D7-01C6-200F-43439020C8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98882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52233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3546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1696AD-62FC-2B2D-C8B7-C63C23E8C3D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08738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5048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91787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12129F-F201-C079-6714-AAEB66FC293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48599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09214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44473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FAF216-783F-CC4F-4152-4CB9247C9A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80325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20653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2604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91D14E-50A0-CEC1-FDF1-40276DFA266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79152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851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4554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FE6285-F706-0E74-EB16-20B02EC7539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96807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94213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5739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C90AFE-9309-CD99-FE43-A9034960F4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5579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39594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4290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936F87-238E-5DF2-944F-7A8B7ED591B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7380539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8283059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85478321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0883643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736876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2781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009845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539077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14841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74601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3124397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4992638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1052968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2993561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8924631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108322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6234104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6726815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8621592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3823303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885328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4938305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6999357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4579566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1688658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5118148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9683985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3452530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395338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074541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2211195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9899296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657049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0181907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993710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4106322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514519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37587810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7656672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9533575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7060546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4360309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584327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14541046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9368850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1714209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8179350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911302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909973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4381956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3881698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217637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048946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361889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4528488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0046348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0635248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24896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91820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3892896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3666671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4364472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66116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53711" name=""/>
          <p:cNvSpPr/>
          <p:nvPr/>
        </p:nvSpPr>
        <p:spPr bwMode="auto">
          <a:xfrm rot="0" flipH="0" flipV="0">
            <a:off x="1065954" y="554181"/>
            <a:ext cx="718704" cy="727363"/>
          </a:xfrm>
          <a:prstGeom prst="rect">
            <a:avLst/>
          </a:prstGeom>
          <a:solidFill>
            <a:srgbClr val="D0877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3341972" name=""/>
          <p:cNvSpPr/>
          <p:nvPr/>
        </p:nvSpPr>
        <p:spPr bwMode="auto">
          <a:xfrm rot="0" flipH="0" flipV="0">
            <a:off x="1065954" y="1281545"/>
            <a:ext cx="718703" cy="727362"/>
          </a:xfrm>
          <a:prstGeom prst="rect">
            <a:avLst/>
          </a:prstGeom>
          <a:solidFill>
            <a:srgbClr val="B48EA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96324654" name=""/>
          <p:cNvSpPr/>
          <p:nvPr/>
        </p:nvSpPr>
        <p:spPr bwMode="auto">
          <a:xfrm rot="0" flipH="0" flipV="0">
            <a:off x="1065954" y="2008908"/>
            <a:ext cx="718703" cy="727362"/>
          </a:xfrm>
          <a:prstGeom prst="rect">
            <a:avLst/>
          </a:prstGeom>
          <a:solidFill>
            <a:srgbClr val="A3BE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9174825" name=""/>
          <p:cNvSpPr/>
          <p:nvPr/>
        </p:nvSpPr>
        <p:spPr bwMode="auto">
          <a:xfrm rot="0" flipH="0" flipV="0">
            <a:off x="1065954" y="2736271"/>
            <a:ext cx="718703" cy="727362"/>
          </a:xfrm>
          <a:prstGeom prst="rect">
            <a:avLst/>
          </a:prstGeom>
          <a:solidFill>
            <a:srgbClr val="C7B57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0680573" name=""/>
          <p:cNvSpPr/>
          <p:nvPr/>
        </p:nvSpPr>
        <p:spPr bwMode="auto">
          <a:xfrm rot="0" flipH="0" flipV="0">
            <a:off x="1065954" y="3463634"/>
            <a:ext cx="718703" cy="727362"/>
          </a:xfrm>
          <a:prstGeom prst="rect">
            <a:avLst/>
          </a:prstGeom>
          <a:solidFill>
            <a:srgbClr val="81A1C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1077110" name=""/>
          <p:cNvSpPr/>
          <p:nvPr/>
        </p:nvSpPr>
        <p:spPr bwMode="auto">
          <a:xfrm rot="0" flipH="0" flipV="0">
            <a:off x="2503362" y="4873333"/>
            <a:ext cx="718703" cy="727362"/>
          </a:xfrm>
          <a:prstGeom prst="rect">
            <a:avLst/>
          </a:prstGeom>
          <a:solidFill>
            <a:srgbClr val="ECEFF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1917256" name=""/>
          <p:cNvSpPr/>
          <p:nvPr/>
        </p:nvSpPr>
        <p:spPr bwMode="auto">
          <a:xfrm rot="0" flipH="0" flipV="0">
            <a:off x="1784658" y="4873333"/>
            <a:ext cx="718703" cy="727362"/>
          </a:xfrm>
          <a:prstGeom prst="rect">
            <a:avLst/>
          </a:prstGeom>
          <a:solidFill>
            <a:srgbClr val="E5E9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92020338" name=""/>
          <p:cNvSpPr/>
          <p:nvPr/>
        </p:nvSpPr>
        <p:spPr bwMode="auto">
          <a:xfrm rot="0" flipH="0" flipV="0">
            <a:off x="1065954" y="4873333"/>
            <a:ext cx="718703" cy="727362"/>
          </a:xfrm>
          <a:prstGeom prst="rect">
            <a:avLst/>
          </a:prstGeom>
          <a:solidFill>
            <a:srgbClr val="D8DEE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2669946" name=""/>
          <p:cNvSpPr/>
          <p:nvPr/>
        </p:nvSpPr>
        <p:spPr bwMode="auto">
          <a:xfrm rot="0" flipH="0" flipV="0">
            <a:off x="1065954" y="5600696"/>
            <a:ext cx="718703" cy="727362"/>
          </a:xfrm>
          <a:prstGeom prst="rect">
            <a:avLst/>
          </a:prstGeom>
          <a:solidFill>
            <a:srgbClr val="3B425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31433751" name=""/>
          <p:cNvSpPr/>
          <p:nvPr/>
        </p:nvSpPr>
        <p:spPr bwMode="auto">
          <a:xfrm rot="0" flipH="0" flipV="0">
            <a:off x="1784658" y="5600696"/>
            <a:ext cx="718703" cy="727362"/>
          </a:xfrm>
          <a:prstGeom prst="rect">
            <a:avLst/>
          </a:prstGeom>
          <a:solidFill>
            <a:srgbClr val="434C5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59790592" name=""/>
          <p:cNvSpPr/>
          <p:nvPr/>
        </p:nvSpPr>
        <p:spPr bwMode="auto">
          <a:xfrm rot="0" flipH="0" flipV="0">
            <a:off x="2503362" y="5600696"/>
            <a:ext cx="718703" cy="727362"/>
          </a:xfrm>
          <a:prstGeom prst="rect">
            <a:avLst/>
          </a:prstGeom>
          <a:solidFill>
            <a:srgbClr val="4C56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44953548" name=""/>
          <p:cNvSpPr txBox="1"/>
          <p:nvPr/>
        </p:nvSpPr>
        <p:spPr bwMode="auto">
          <a:xfrm rot="0" flipH="0" flipV="0">
            <a:off x="3222066" y="551743"/>
            <a:ext cx="258081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s-ES">
                <a:latin typeface="Libertinus Serif"/>
                <a:ea typeface="Libertinus Serif"/>
                <a:cs typeface="Libertinus Serif"/>
              </a:rPr>
              <a:t>Liberation Serif</a:t>
            </a:r>
            <a:endParaRPr>
              <a:latin typeface="Libertinus Serif"/>
              <a:cs typeface="Libertinus Serif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5E9F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0148620" name="Title 1"/>
          <p:cNvSpPr>
            <a:spLocks noGrp="1"/>
          </p:cNvSpPr>
          <p:nvPr>
            <p:ph type="ctr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es-ES">
                <a:latin typeface="Libertinus Serif"/>
                <a:ea typeface="Libertinus Serif"/>
                <a:cs typeface="Libertinus Serif"/>
              </a:rPr>
              <a:t>Exploración </a:t>
            </a:r>
            <a:r>
              <a:rPr lang="es-ES">
                <a:latin typeface="Libertinus Serif"/>
                <a:ea typeface="Libertinus Serif"/>
                <a:cs typeface="Libertinus Serif"/>
              </a:rPr>
              <a:t>de respuestas mecánicas en Hidrogeles usando simulación numérica</a:t>
            </a:r>
            <a:endParaRPr>
              <a:latin typeface="Libertinus Serif"/>
              <a:cs typeface="Libertinus Serif"/>
            </a:endParaRPr>
          </a:p>
        </p:txBody>
      </p:sp>
      <p:sp>
        <p:nvSpPr>
          <p:cNvPr id="294417895" name="Subtitle 2"/>
          <p:cNvSpPr>
            <a:spLocks noGrp="1"/>
          </p:cNvSpPr>
          <p:nvPr>
            <p:ph type="subTitle"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endParaRPr u="none">
              <a:latin typeface="Libertinus Serif"/>
              <a:cs typeface="Libertinus Serif"/>
            </a:endParaRPr>
          </a:p>
          <a:p>
            <a:pPr>
              <a:defRPr/>
            </a:pPr>
            <a:endParaRPr u="none">
              <a:latin typeface="Libertinus Serif"/>
              <a:cs typeface="Libertinus Serif"/>
            </a:endParaRPr>
          </a:p>
          <a:p>
            <a:pPr>
              <a:defRPr/>
            </a:pPr>
            <a:r>
              <a:rPr lang="es-ES" u="none">
                <a:latin typeface="Libertinus Serif"/>
                <a:ea typeface="Libertinus Serif"/>
                <a:cs typeface="Libertinus Serif"/>
              </a:rPr>
              <a:t>Presentado por:</a:t>
            </a:r>
            <a:endParaRPr u="none">
              <a:latin typeface="Libertinus Serif"/>
              <a:cs typeface="Libertinus Serif"/>
            </a:endParaRPr>
          </a:p>
          <a:p>
            <a:pPr>
              <a:defRPr/>
            </a:pPr>
            <a:r>
              <a:rPr lang="es-ES" u="none">
                <a:latin typeface="Libertinus Serif"/>
                <a:ea typeface="Libertinus Serif"/>
                <a:cs typeface="Libertinus Serif"/>
              </a:rPr>
              <a:t>Francisco Javier Vázquez Tavares</a:t>
            </a:r>
            <a:endParaRPr u="none">
              <a:latin typeface="Libertinus Serif"/>
              <a:cs typeface="Libertinus Serif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5E9F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703934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>
                <a:latin typeface="Libertinus Serif"/>
                <a:ea typeface="Libertinus Serif"/>
                <a:cs typeface="Libertinus Serif"/>
              </a:rPr>
              <a:t>Acerca de la Tesis</a:t>
            </a:r>
            <a:endParaRPr>
              <a:latin typeface="Libertinus Serif"/>
              <a:cs typeface="Libertinus Serif"/>
            </a:endParaRPr>
          </a:p>
        </p:txBody>
      </p:sp>
      <p:sp>
        <p:nvSpPr>
          <p:cNvPr id="1087734203" name=""/>
          <p:cNvSpPr txBox="1"/>
          <p:nvPr/>
        </p:nvSpPr>
        <p:spPr bwMode="auto">
          <a:xfrm rot="0" flipH="0" flipV="0">
            <a:off x="11552352" y="6316351"/>
            <a:ext cx="313521" cy="4270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s-ES" sz="2200">
                <a:latin typeface="Libertinus Serif"/>
                <a:ea typeface="Libertinus Serif"/>
                <a:cs typeface="Libertinus Serif"/>
              </a:rPr>
              <a:t>1</a:t>
            </a:r>
            <a:endParaRPr sz="2200">
              <a:latin typeface="Libertinus Serif"/>
              <a:cs typeface="Libertinus Serif"/>
            </a:endParaRPr>
          </a:p>
        </p:txBody>
      </p:sp>
      <p:pic>
        <p:nvPicPr>
          <p:cNvPr id="166233490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680259" y="1372883"/>
            <a:ext cx="2920674" cy="4130877"/>
          </a:xfrm>
          <a:prstGeom prst="rect">
            <a:avLst/>
          </a:prstGeom>
        </p:spPr>
      </p:pic>
      <p:sp>
        <p:nvSpPr>
          <p:cNvPr id="1201301849" name=""/>
          <p:cNvSpPr txBox="1"/>
          <p:nvPr/>
        </p:nvSpPr>
        <p:spPr bwMode="auto">
          <a:xfrm rot="0" flipH="0" flipV="0">
            <a:off x="6491029" y="1895661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942216953" name=""/>
          <p:cNvSpPr/>
          <p:nvPr/>
        </p:nvSpPr>
        <p:spPr bwMode="auto">
          <a:xfrm>
            <a:off x="4591065" y="5597298"/>
            <a:ext cx="3009868" cy="93259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s-ES" sz="3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ES" sz="3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es-ES" sz="3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f>
                        <m:fPr>
                          <m:ctrlPr>
                            <a:rPr lang="es-ES" sz="3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i"/>
                            </m:rPr>
                            <a:rPr lang="es-ES" sz="3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acc>
                            <m:accPr>
                              <m:chr m:val="⃗"/>
                              <m:ctrlPr>
                                <a:rPr lang="es-ES" sz="30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s-ES" sz="3000" b="0" i="1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i"/>
                                    </m:rPr>
                                    <a:rPr lang="es-ES" sz="3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sty m:val="i"/>
                                    </m:rPr>
                                    <a:rPr lang="es-ES" sz="3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acc>
                        </m:num>
                        <m:den>
                          <m:r>
                            <m:rPr>
                              <m:sty m:val="i"/>
                            </m:rPr>
                            <a:rPr lang="es-ES" sz="3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dt</m:t>
                          </m:r>
                        </m:den>
                      </m:f>
                      <m:r>
                        <m:rPr>
                          <m:sty m:val="p"/>
                        </m:rPr>
                        <a:rPr lang="es-ES" sz="3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=-</m:t>
                      </m:r>
                      <m:r>
                        <m:rPr>
                          <m:sty m:val="p"/>
                        </m:rPr>
                        <a:rPr lang="es-ES" sz="3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λ</m:t>
                      </m:r>
                      <m:acc>
                        <m:accPr>
                          <m:chr m:val="⃗"/>
                          <m:ctrlPr>
                            <a:rPr lang="es-ES" sz="3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ES" sz="30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es-ES" sz="3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s-ES" sz="3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acc>
                      <m:r>
                        <m:rPr>
                          <m:sty m:val="p"/>
                        </m:rPr>
                        <a:rPr lang="es-ES" sz="3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s-ES" sz="3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i"/>
                            </m:rPr>
                            <a:rPr lang="es-ES" sz="3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η</m:t>
                          </m:r>
                        </m:e>
                      </m:acc>
                    </m:oMath>
                  </m:oMathPara>
                </a14:m>
              </mc:Choice>
              <mc:Fallback/>
            </mc:AlternateContent>
            <a:endParaRPr sz="3000" b="0">
              <a:latin typeface="Cambria Math"/>
              <a:ea typeface="Cambria Math"/>
              <a:cs typeface="Cambria Math"/>
            </a:endParaRPr>
          </a:p>
        </p:txBody>
      </p:sp>
      <p:pic>
        <p:nvPicPr>
          <p:cNvPr id="173100240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338604" y="1531055"/>
            <a:ext cx="3733821" cy="2483731"/>
          </a:xfrm>
          <a:prstGeom prst="rect">
            <a:avLst/>
          </a:prstGeom>
        </p:spPr>
      </p:pic>
      <p:pic>
        <p:nvPicPr>
          <p:cNvPr id="970114724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533469" y="4170711"/>
            <a:ext cx="3344090" cy="2572720"/>
          </a:xfrm>
          <a:prstGeom prst="rect">
            <a:avLst/>
          </a:prstGeom>
        </p:spPr>
      </p:pic>
      <p:pic>
        <p:nvPicPr>
          <p:cNvPr id="1567930385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7969964" y="845564"/>
            <a:ext cx="3578785" cy="3578785"/>
          </a:xfrm>
          <a:prstGeom prst="rect">
            <a:avLst/>
          </a:prstGeom>
        </p:spPr>
      </p:pic>
      <p:pic>
        <p:nvPicPr>
          <p:cNvPr id="229146341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8570902" y="4297530"/>
            <a:ext cx="2782897" cy="23190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5E9F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79946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latin typeface="Libertinus Serif"/>
                <a:ea typeface="Libertinus Serif"/>
                <a:cs typeface="Libertinus Serif"/>
              </a:rPr>
              <a:t>Geles</a:t>
            </a:r>
            <a:endParaRPr/>
          </a:p>
        </p:txBody>
      </p:sp>
      <p:pic>
        <p:nvPicPr>
          <p:cNvPr id="75918895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629933" y="2335212"/>
            <a:ext cx="4508391" cy="2998974"/>
          </a:xfrm>
          <a:prstGeom prst="rect">
            <a:avLst/>
          </a:prstGeom>
        </p:spPr>
      </p:pic>
      <p:pic>
        <p:nvPicPr>
          <p:cNvPr id="45832598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61622" y="2457636"/>
            <a:ext cx="4324349" cy="2876549"/>
          </a:xfrm>
          <a:prstGeom prst="rect">
            <a:avLst/>
          </a:prstGeom>
        </p:spPr>
      </p:pic>
      <p:sp>
        <p:nvSpPr>
          <p:cNvPr id="2020773905" name=""/>
          <p:cNvSpPr txBox="1"/>
          <p:nvPr/>
        </p:nvSpPr>
        <p:spPr bwMode="auto">
          <a:xfrm rot="0" flipH="0" flipV="0">
            <a:off x="11552351" y="6316350"/>
            <a:ext cx="313521" cy="4270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s-ES" sz="2200">
                <a:latin typeface="Libertinus Serif"/>
                <a:ea typeface="Libertinus Serif"/>
                <a:cs typeface="Libertinus Serif"/>
              </a:rPr>
              <a:t>1</a:t>
            </a:r>
            <a:endParaRPr sz="2200">
              <a:latin typeface="Libertinus Serif"/>
              <a:cs typeface="Libertinus Serif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5E9F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259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latin typeface="Libertinus Serif"/>
                <a:ea typeface="Libertinus Serif"/>
                <a:cs typeface="Libertinus Serif"/>
              </a:rPr>
              <a:t>Geles</a:t>
            </a:r>
            <a:endParaRPr/>
          </a:p>
        </p:txBody>
      </p:sp>
      <p:sp>
        <p:nvSpPr>
          <p:cNvPr id="1365130413" name=""/>
          <p:cNvSpPr txBox="1"/>
          <p:nvPr/>
        </p:nvSpPr>
        <p:spPr bwMode="auto">
          <a:xfrm rot="0" flipH="0" flipV="0">
            <a:off x="11552351" y="6316350"/>
            <a:ext cx="313521" cy="4270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s-ES" sz="2200">
                <a:latin typeface="Libertinus Serif"/>
                <a:ea typeface="Libertinus Serif"/>
                <a:cs typeface="Libertinus Serif"/>
              </a:rPr>
              <a:t>1</a:t>
            </a:r>
            <a:endParaRPr sz="2200">
              <a:latin typeface="Libertinus Serif"/>
              <a:cs typeface="Libertinus Serif"/>
            </a:endParaRPr>
          </a:p>
        </p:txBody>
      </p:sp>
      <p:pic>
        <p:nvPicPr>
          <p:cNvPr id="191882742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90332" y="2073274"/>
            <a:ext cx="2876549" cy="2876549"/>
          </a:xfrm>
          <a:prstGeom prst="rect">
            <a:avLst/>
          </a:prstGeom>
        </p:spPr>
      </p:pic>
      <p:pic>
        <p:nvPicPr>
          <p:cNvPr id="208381043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657725" y="2073274"/>
            <a:ext cx="2876549" cy="2876549"/>
          </a:xfrm>
          <a:prstGeom prst="rect">
            <a:avLst/>
          </a:prstGeom>
        </p:spPr>
      </p:pic>
      <p:pic>
        <p:nvPicPr>
          <p:cNvPr id="1479600599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255581" y="2073274"/>
            <a:ext cx="2876549" cy="28765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5E9F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022301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latin typeface="Libertinus Serif"/>
                <a:ea typeface="Libertinus Serif"/>
                <a:cs typeface="Libertinus Serif"/>
              </a:rPr>
              <a:t>Text</a:t>
            </a:r>
            <a:endParaRPr/>
          </a:p>
        </p:txBody>
      </p:sp>
      <p:sp>
        <p:nvSpPr>
          <p:cNvPr id="543433797" name=""/>
          <p:cNvSpPr txBox="1"/>
          <p:nvPr/>
        </p:nvSpPr>
        <p:spPr bwMode="auto">
          <a:xfrm rot="0" flipH="0" flipV="0">
            <a:off x="11552351" y="6316350"/>
            <a:ext cx="313521" cy="4270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s-ES" sz="2200">
                <a:latin typeface="Libertinus Serif"/>
                <a:ea typeface="Libertinus Serif"/>
                <a:cs typeface="Libertinus Serif"/>
              </a:rPr>
              <a:t>1</a:t>
            </a:r>
            <a:endParaRPr sz="2200">
              <a:latin typeface="Libertinus Serif"/>
              <a:cs typeface="Libertinus Serif"/>
            </a:endParaRPr>
          </a:p>
        </p:txBody>
      </p:sp>
      <p:pic>
        <p:nvPicPr>
          <p:cNvPr id="65405107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913716" y="1082782"/>
            <a:ext cx="6079960" cy="48575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5E9F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508575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>
                <a:latin typeface="Libertinus Serif"/>
                <a:ea typeface="Libertinus Serif"/>
                <a:cs typeface="Libertinus Serif"/>
              </a:rPr>
              <a:t>Geles</a:t>
            </a:r>
            <a:endParaRPr>
              <a:latin typeface="Libertinus Serif"/>
              <a:cs typeface="Libertinus Serif"/>
            </a:endParaRPr>
          </a:p>
        </p:txBody>
      </p:sp>
      <p:sp>
        <p:nvSpPr>
          <p:cNvPr id="1431325327" name=""/>
          <p:cNvSpPr txBox="1"/>
          <p:nvPr/>
        </p:nvSpPr>
        <p:spPr bwMode="auto">
          <a:xfrm rot="0" flipH="0" flipV="0">
            <a:off x="11552351" y="6316350"/>
            <a:ext cx="313521" cy="4270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s-ES" sz="2200">
                <a:latin typeface="Libertinus Serif"/>
                <a:ea typeface="Libertinus Serif"/>
                <a:cs typeface="Libertinus Serif"/>
              </a:rPr>
              <a:t>2</a:t>
            </a:r>
            <a:endParaRPr sz="2200">
              <a:latin typeface="Libertinus Serif"/>
              <a:cs typeface="Libertinus Serif"/>
            </a:endParaRPr>
          </a:p>
        </p:txBody>
      </p:sp>
      <p:pic>
        <p:nvPicPr>
          <p:cNvPr id="14676382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36014" y="4885577"/>
            <a:ext cx="1619249" cy="971550"/>
          </a:xfrm>
          <a:prstGeom prst="rect">
            <a:avLst/>
          </a:prstGeom>
        </p:spPr>
      </p:pic>
      <p:pic>
        <p:nvPicPr>
          <p:cNvPr id="159075533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336676" y="4885577"/>
            <a:ext cx="1619249" cy="971550"/>
          </a:xfrm>
          <a:prstGeom prst="rect">
            <a:avLst/>
          </a:prstGeom>
        </p:spPr>
      </p:pic>
      <p:pic>
        <p:nvPicPr>
          <p:cNvPr id="886376485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2363507" y="4885577"/>
            <a:ext cx="1619249" cy="971550"/>
          </a:xfrm>
          <a:prstGeom prst="rect">
            <a:avLst/>
          </a:prstGeom>
        </p:spPr>
      </p:pic>
      <p:pic>
        <p:nvPicPr>
          <p:cNvPr id="979316431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2506382" y="3457388"/>
            <a:ext cx="1333499" cy="8953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5E9F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979696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>
                <a:latin typeface="Libertinus Serif"/>
                <a:ea typeface="Libertinus Serif"/>
                <a:cs typeface="Libertinus Serif"/>
              </a:rPr>
              <a:t>Aplicaciones</a:t>
            </a:r>
            <a:endParaRPr>
              <a:latin typeface="Libertinus Serif"/>
              <a:cs typeface="Libertinus Serif"/>
            </a:endParaRPr>
          </a:p>
        </p:txBody>
      </p:sp>
      <p:sp>
        <p:nvSpPr>
          <p:cNvPr id="1742064266" name=""/>
          <p:cNvSpPr txBox="1"/>
          <p:nvPr/>
        </p:nvSpPr>
        <p:spPr bwMode="auto">
          <a:xfrm rot="0" flipH="0" flipV="0">
            <a:off x="11552352" y="6316350"/>
            <a:ext cx="313521" cy="427078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s-ES" sz="2200">
                <a:latin typeface="Libertinus Serif"/>
                <a:ea typeface="Libertinus Serif"/>
                <a:cs typeface="Libertinus Serif"/>
              </a:rPr>
              <a:t>2</a:t>
            </a:r>
            <a:endParaRPr sz="2200">
              <a:latin typeface="Libertinus Serif"/>
              <a:cs typeface="Libertinus Serif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5E9F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808207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>
                <a:latin typeface="Libertinus Serif"/>
                <a:ea typeface="Libertinus Serif"/>
                <a:cs typeface="Libertinus Serif"/>
              </a:rPr>
              <a:t>Tesis</a:t>
            </a:r>
            <a:endParaRPr>
              <a:latin typeface="Libertinus Serif"/>
              <a:cs typeface="Libertinus Serif"/>
            </a:endParaRPr>
          </a:p>
        </p:txBody>
      </p:sp>
      <p:sp>
        <p:nvSpPr>
          <p:cNvPr id="325766080" name=""/>
          <p:cNvSpPr txBox="1"/>
          <p:nvPr/>
        </p:nvSpPr>
        <p:spPr bwMode="auto">
          <a:xfrm rot="0" flipH="0" flipV="0">
            <a:off x="11552352" y="6316350"/>
            <a:ext cx="313521" cy="427078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s-ES" sz="2200">
                <a:latin typeface="Libertinus Serif"/>
                <a:ea typeface="Libertinus Serif"/>
                <a:cs typeface="Libertinus Serif"/>
              </a:rPr>
              <a:t>2</a:t>
            </a:r>
            <a:endParaRPr sz="2200">
              <a:latin typeface="Libertinus Serif"/>
              <a:cs typeface="Libertinus Serif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5E9F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77920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>
                <a:latin typeface="Libertinus Serif"/>
                <a:ea typeface="Libertinus Serif"/>
                <a:cs typeface="Libertinus Serif"/>
              </a:rPr>
              <a:t>Respuesta mecánica</a:t>
            </a:r>
            <a:endParaRPr>
              <a:latin typeface="Libertinus Serif"/>
              <a:cs typeface="Libertinus Serif"/>
            </a:endParaRPr>
          </a:p>
        </p:txBody>
      </p:sp>
      <p:sp>
        <p:nvSpPr>
          <p:cNvPr id="814494226" name=""/>
          <p:cNvSpPr txBox="1"/>
          <p:nvPr/>
        </p:nvSpPr>
        <p:spPr bwMode="auto">
          <a:xfrm rot="0" flipH="0" flipV="0">
            <a:off x="11552352" y="6316350"/>
            <a:ext cx="313521" cy="427078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s-ES" sz="2200">
                <a:latin typeface="Libertinus Serif"/>
                <a:ea typeface="Libertinus Serif"/>
                <a:cs typeface="Libertinus Serif"/>
              </a:rPr>
              <a:t>2</a:t>
            </a:r>
            <a:endParaRPr sz="2200">
              <a:latin typeface="Libertinus Serif"/>
              <a:cs typeface="Libertinus Serif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5E9F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17839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>
                <a:latin typeface="Libertinus Serif"/>
                <a:cs typeface="Libertinus Serif"/>
              </a:rPr>
              <a:t>Dinámica Molecular</a:t>
            </a:r>
            <a:endParaRPr>
              <a:latin typeface="Libertinus Serif"/>
              <a:cs typeface="Libertinus Serif"/>
            </a:endParaRPr>
          </a:p>
        </p:txBody>
      </p:sp>
      <p:sp>
        <p:nvSpPr>
          <p:cNvPr id="160182233" name=""/>
          <p:cNvSpPr txBox="1"/>
          <p:nvPr/>
        </p:nvSpPr>
        <p:spPr bwMode="auto">
          <a:xfrm rot="0" flipH="0" flipV="0">
            <a:off x="11552352" y="6316350"/>
            <a:ext cx="313521" cy="427078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s-ES" sz="2200">
                <a:latin typeface="Libertinus Serif"/>
                <a:ea typeface="Libertinus Serif"/>
                <a:cs typeface="Libertinus Serif"/>
              </a:rPr>
              <a:t>2</a:t>
            </a:r>
            <a:endParaRPr sz="2200">
              <a:latin typeface="Libertinus Serif"/>
              <a:cs typeface="Libertinus Serif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5E9F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46776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>
                <a:latin typeface="Libertinus Serif"/>
                <a:cs typeface="Libertinus Serif"/>
              </a:rPr>
              <a:t>Resultados</a:t>
            </a:r>
            <a:endParaRPr>
              <a:latin typeface="Libertinus Serif"/>
              <a:cs typeface="Libertinus Serif"/>
            </a:endParaRPr>
          </a:p>
        </p:txBody>
      </p:sp>
      <p:sp>
        <p:nvSpPr>
          <p:cNvPr id="1487764068" name=""/>
          <p:cNvSpPr txBox="1"/>
          <p:nvPr/>
        </p:nvSpPr>
        <p:spPr bwMode="auto">
          <a:xfrm rot="0" flipH="0" flipV="0">
            <a:off x="11552352" y="6316350"/>
            <a:ext cx="313521" cy="427078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s-ES" sz="2200">
                <a:latin typeface="Libertinus Serif"/>
                <a:ea typeface="Libertinus Serif"/>
                <a:cs typeface="Libertinus Serif"/>
              </a:rPr>
              <a:t>2</a:t>
            </a:r>
            <a:endParaRPr sz="2200">
              <a:latin typeface="Libertinus Serif"/>
              <a:cs typeface="Libertinus Serif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5E9F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83370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>
                <a:latin typeface="Libertinus Serif"/>
                <a:cs typeface="Libertinus Serif"/>
              </a:rPr>
              <a:t>Resultados</a:t>
            </a:r>
            <a:endParaRPr>
              <a:latin typeface="Libertinus Serif"/>
              <a:cs typeface="Libertinus Serif"/>
            </a:endParaRPr>
          </a:p>
        </p:txBody>
      </p:sp>
      <p:sp>
        <p:nvSpPr>
          <p:cNvPr id="86431707" name=""/>
          <p:cNvSpPr txBox="1"/>
          <p:nvPr/>
        </p:nvSpPr>
        <p:spPr bwMode="auto">
          <a:xfrm rot="0" flipH="0" flipV="0">
            <a:off x="11552352" y="6316350"/>
            <a:ext cx="313521" cy="427078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s-ES" sz="2200">
                <a:latin typeface="Libertinus Serif"/>
                <a:ea typeface="Libertinus Serif"/>
                <a:cs typeface="Libertinus Serif"/>
              </a:rPr>
              <a:t>2</a:t>
            </a:r>
            <a:endParaRPr sz="2200">
              <a:latin typeface="Libertinus Serif"/>
              <a:cs typeface="Libertinus Serif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ONLYOFFICE/9.1.0.173</Application>
  <PresentationFormat>On-screen Show (4:3)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modified xsi:type="dcterms:W3CDTF">2025-11-11T02:14:09Z</dcterms:modified>
</cp:coreProperties>
</file>